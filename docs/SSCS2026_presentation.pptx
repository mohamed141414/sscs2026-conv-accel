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Static leakage (455 mW)</c:v>
                </c:pt>
                <c:pt idx="1">
                  <c:v>Dynamic (21 mW)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455</c:v>
                </c:pt>
                <c:pt idx="1">
                  <c:v>21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3x3 convolution accelerator for the SSCS Egypt 2026 competition. Fully verified, timing closed, bitstream generated on Virtex-5.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BRAM and the FoM are the two numbers that matter most. 74% frequency headroom over the 100 MHz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scoring axes - resource usage and power both feed the Figure of Merit, which drove our key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Line-buffer sliding window. Two SRL line buffers feed a 3x3 register window; nine multipliers, three row sums, then saturation and optional ReLU.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stall tolerance is the key architectural property - it eliminates the output FIFO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Bit-width analysis is derived, not guessed. The saturation test cases were written specifically so the clamp path is exercised.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Request-response protocol over UART. Seven states. The tx_sent flag fixes a handshake race described on the verification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bugs were found by probing internal state in simulation. On hardware they would have shown only as a hung LED and garbage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spend time on. Two full builds, placed and routed, to settle a question most teams would answer by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word 'proven' -- this is a monitored testbench result, not an inference from a smaller violation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leakage. A 28nm part would report far lower total power for reasons unrelated to design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required table format from the competition announcement, filled in with measured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naming what is left: the two bonus items. The bitstream exists, only board access is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6035040" cy="60350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291840"/>
            <a:ext cx="3840480" cy="38404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FPGA-Based Edge-AI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Accelerator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CNN convolution engine at one output pixel per cycle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5212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Egypt Chapter  ·  2026 Student Design Competition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5532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Virtex-5 XC5VLX50T  ·  Digilent Genesys  ·  ISE 14.7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476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4261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LUTs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691640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9476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01568" y="264261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691640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9476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167.0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54496" y="264261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F-max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07424" y="1691640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1947672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07424" y="264261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total power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9534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48640" y="459028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px / cycle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01568" y="3584448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389534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/ 78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01568" y="459028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bit-exact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54496" y="3584448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389534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254496" y="459028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to 1st output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07424" y="3584448"/>
            <a:ext cx="2505456" cy="1572768"/>
          </a:xfrm>
          <a:prstGeom prst="roundRect">
            <a:avLst>
              <a:gd name="adj" fmla="val 3488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7424" y="3895344"/>
            <a:ext cx="2505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2.398×10⁻³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07424" y="4590288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of Merit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46811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post-place-and-route, all timing constraints met, timing score 0.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design had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627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88920" y="1627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grayscale, 8-bit unsigned fixed point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2037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2037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 with programmable coefficients, 8-bit signed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7797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7797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with a documented border policy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3924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355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88920" y="3355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signed minimum, overflow handling explained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9684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3931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against a Python / MATLAB / C golden model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544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507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8892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Utilisation, timing, power, and a Figure of Merit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8160" y="1572768"/>
            <a:ext cx="3474720" cy="3566160"/>
          </a:xfrm>
          <a:prstGeom prst="roundRect">
            <a:avLst>
              <a:gd name="adj" fmla="val 1579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1783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2212848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quality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throughput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estimate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11027664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output pixel per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88336" cy="2743200"/>
          </a:xfrm>
          <a:prstGeom prst="roundRect">
            <a:avLst>
              <a:gd name="adj" fmla="val 2041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688336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32-deep SRL line buffers feed a 3×3 register window that shifts left every valid cycle.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36976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645920"/>
            <a:ext cx="2688336" cy="2743200"/>
          </a:xfrm>
          <a:prstGeom prst="roundRect">
            <a:avLst>
              <a:gd name="adj" fmla="val 2041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48456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8456" y="2688336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parallel 9×8 signed multiplies on DSP48E blocks. 17-bit exact products.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48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1645920"/>
            <a:ext cx="2688336" cy="2743200"/>
          </a:xfrm>
          <a:prstGeom prst="roundRect">
            <a:avLst>
              <a:gd name="adj" fmla="val 2041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10528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sums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0528" y="2688336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3-term adders. Short combinational depth is why timing closes with 74% headroom.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0" y="27432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34856" y="1645920"/>
            <a:ext cx="2688336" cy="2743200"/>
          </a:xfrm>
          <a:prstGeom prst="roundRect">
            <a:avLst>
              <a:gd name="adj" fmla="val 2041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72600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72600" y="2688336"/>
            <a:ext cx="2231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sum, saturation to int16, then optional ReLU as a single-cycle clamp.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45152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F3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7914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Stall-tolerant by construction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1248" y="5138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element is gated on in_valid, so gaps in the input stream are harmless. The host wrapper therefore advances the stream at UART pace instead of buffering 900 results — one 16-bit register replaces a 14.4 kbit FIFO, which is what keeps BRAM at zero.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Fixed-point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accumulator excursion, computed analytically in the golden model: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01952"/>
          <a:ext cx="6858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72768"/>
                <a:gridCol w="1572768"/>
                <a:gridCol w="1243584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positive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+291,465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−293,760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+809,625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−816,000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7×7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+1,586,865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−1,599,360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8444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22-bit accumulator implemented — headroom to N = 7 with no redesign.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18120" y="1901952"/>
            <a:ext cx="3794760" cy="3291840"/>
          </a:xfrm>
          <a:prstGeom prst="roundRect">
            <a:avLst>
              <a:gd name="adj" fmla="val 1667"/>
            </a:avLst>
          </a:prstGeom>
          <a:solidFill>
            <a:srgbClr val="FDF0EE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031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is mandatory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2505456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range exceeds the 16-bit output range by roughly 9×, so results are clamped to −32,768 .. +32,767 rather than allowed to wrap.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the 72 verification cases drive saturation deliberately, using all-+127 and all-−128 kernels against maximum-intensity images.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logic that never fires in simulation is untested logic.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and host interface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389888"/>
            <a:ext cx="78638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at three levels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0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cases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images × 6 kernels × ReLU on/off,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pixels each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72 bit-exact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627632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UART protocol including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load and readback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3346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/ 900 each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627632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0" y="18836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sequencing with no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attached (dry run)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3346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133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defects found — both real synchronous-design hazards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86400" cy="1481328"/>
          </a:xfrm>
          <a:prstGeom prst="roundRect">
            <a:avLst>
              <a:gd name="adj" fmla="val 3704"/>
            </a:avLst>
          </a:prstGeom>
          <a:solidFill>
            <a:srgbClr val="FDF0EE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7183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Window-valid misalignment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4672" y="50474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registers and position counters update on the same edge, so the valid flag led the data by one cycle and every output shifted by one position. Fixed with a registered win_valid_q stage.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572000"/>
            <a:ext cx="5303520" cy="1481328"/>
          </a:xfrm>
          <a:prstGeom prst="roundRect">
            <a:avLst>
              <a:gd name="adj" fmla="val 3704"/>
            </a:avLst>
          </a:prstGeom>
          <a:solidFill>
            <a:srgbClr val="FDF0EE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4718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 handshake race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65392" y="50474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 clears tx_busy on the same edge it pulses tx_done, so testing !tx_busy re-armed the transmitter and it resent the same byte forever. Fixed with an explicit tx_sent flag.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DESIGN-SPACE EXPLORATION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instead of assuming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FOM  =  Throughput  ÷  [ Power × (LUTs + 50×DSPs + 100×BRAMs)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DSP48E blocks contribute 450 units — 60% of the resource denominator. The natural hypothesis: move the multipliers into LUT logic and the FoM improves. So we built both.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7168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— DSP48E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 — LUT multipliers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LUTs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DSP48E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F-max (post-route)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167.0 MHz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132.8 MHz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 of Merit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2.398×10⁻³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1.395×10⁻³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2487168"/>
            <a:ext cx="3886200" cy="3072384"/>
          </a:xfrm>
          <a:prstGeom prst="roundRect">
            <a:avLst>
              <a:gd name="adj" fmla="val 1786"/>
            </a:avLst>
          </a:prstGeom>
          <a:solidFill>
            <a:srgbClr val="FDF0EE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26883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was wrong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01000" y="31089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9×8 signed multiplier costs about 113 LUTs in Virtex-5 fabric.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DSPs saved 450 penalty units but added 1,001 LUTs — a net 551 units worse, plus a 24% loss of maximum frequency.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ships, with a 72% higher Figure of Merit. Reasoning from the formula alone would have selected the worse design.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ZERO-GAP STREAMING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 the one-output-per-cycle bonus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organizer's bar: out_valid must never drop for 2+ cycles during processing — not even at row boundaries.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DF0EE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031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attempt: padding pixels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literal zero pixels between rows to zero-pad the math. Correct values — but each injected pixel cost one real cycle: 2-cycle stall at every row boundary, 31 violations measured directly.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2103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mask, don't inject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28232" y="246888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padding comes free from line-buffer reset timing. Left padding is applied by masking the window's oldest columns to zero — no pixel ever costs a cycle. Every real pixel produces one output.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3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336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asserted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testbench feeds the core 1,024 real pixels continuously — no padding pixels of any kind — and a cycle-by-cycle monitor tracks every gap in out_valid.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102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 1024 / 1024 bit-exact   ·   max gap = 0 cycles   ·   violations ≥ 2 cycles = 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+118 LUTs for the masking logic and output FIFO, throughput 0.8755 → 1.0. Net FoM change: −1.0% — reported honestly, not oversold.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block RAM, by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EF3F7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buffers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9424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256-bit flat shift registers, which XST infers as sixteen 30-bit SRL primitives occupying 17 LUTs in total — confirmed in the map report.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DF0EE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470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49424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BRAM would have cost at least 100 penalty units — more than a third of the entire LUT budget of the submitted design — to store 512 bits.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684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breakdown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420624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370832"/>
            <a:ext cx="6766560" cy="1920240"/>
          </a:xfrm>
          <a:prstGeom prst="roundRect">
            <a:avLst>
              <a:gd name="adj" fmla="val 2857"/>
            </a:avLst>
          </a:prstGeom>
          <a:solidFill>
            <a:srgbClr val="F3F8FB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45720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 mW of the 476 mW total is dynamic. The remaining 455 mW is static leakage inherent to the 65 nm Virtex-5 process and independent of the design — it is the same figure our earlier work measured on this board.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541324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dynamic power alone the FoM would be 5.52×10⁻², some 23× higher. We report total power as the official figure, as the conservative reading of the specification.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POST-PLACE-AND-ROUTE, BOTH BUILDS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4114800"/>
                <a:gridCol w="164592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(primary)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(zero-gap bonus)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output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16, saturating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16, saturating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Line-buffer sliding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column masking, output FIFO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(DSP48E)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(DSP48E)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first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cycles (32×32)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Throughput, sustained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px/cycle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utilisation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 LUT, 275 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 LUT, 325 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met, score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met, score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(21 dyn / 455 static)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 (21 dyn / 455 static)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78/78 bit-exact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1024/1024, 0-cycle max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2.398 × 10⁻³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2.374 × 10⁻³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852160" cy="58521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claim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and lean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output pixel per cycle, zero BRAM, 317 LUTs, 67% frequency headroom.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cases bit-exact against a golden model, including deliberate saturation coverage.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5844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 builds placed and routed to settle the DSP-versus-LUT question empirically.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4531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434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4434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power reported despite 96% of it being process leakage we cannot influence.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Remaining: board demonstration and an edge-detection demo — both optional bonus items. The bitstream is built.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2026-08-27T08:42:19Z</dcterms:created>
  <dcterms:modified xsi:type="dcterms:W3CDTF">2026-08-27T08:42:19Z</dcterms:modified>
</cp:coreProperties>
</file>